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2" r:id="rId5"/>
    <p:sldId id="269" r:id="rId6"/>
    <p:sldId id="264" r:id="rId7"/>
    <p:sldId id="265" r:id="rId8"/>
    <p:sldId id="266" r:id="rId9"/>
    <p:sldId id="267" r:id="rId10"/>
    <p:sldId id="26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1503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9498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593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85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073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3634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802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zh-TW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31558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72773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36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329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047D49B-25DD-4885-B961-FCA68AE6E0DB}" type="datetimeFigureOut">
              <a:rPr lang="zh-TW" altLang="en-US" smtClean="0"/>
              <a:t>2023/12/26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77C5726-2086-4B50-BA6D-911C04A5C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24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9BAA8E-4333-5E54-A7AD-3272005B23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軟體設計期末專題</a:t>
            </a:r>
            <a:b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Refactor Project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57F5EF7-B43F-8855-9524-4F1EAE6E75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P76121314 </a:t>
            </a:r>
            <a:r>
              <a:rPr lang="zh-TW" altLang="en-US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鄭煜醴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2015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56B0CA-4334-8F09-8053-7E0F2D0F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032"/>
            <a:ext cx="10058400" cy="1371600"/>
          </a:xfrm>
        </p:spPr>
        <p:txBody>
          <a:bodyPr>
            <a:normAutofit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389781-99D3-7A70-BE1F-A062C77D0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07161"/>
            <a:ext cx="10058400" cy="39319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專案簡介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重構內容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 Diagram</a:t>
            </a: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重要重構程式碼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重構心得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連結與截圖</a:t>
            </a:r>
          </a:p>
        </p:txBody>
      </p:sp>
    </p:spTree>
    <p:extLst>
      <p:ext uri="{BB962C8B-B14F-4D97-AF65-F5344CB8AC3E}">
        <p14:creationId xmlns:p14="http://schemas.microsoft.com/office/powerpoint/2010/main" val="1321970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56B0CA-4334-8F09-8053-7E0F2D0F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032"/>
            <a:ext cx="10058400" cy="1371600"/>
          </a:xfrm>
        </p:spPr>
        <p:txBody>
          <a:bodyPr>
            <a:normAutofit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389781-99D3-7A70-BE1F-A062C77D0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34632"/>
            <a:ext cx="10058400" cy="39319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專案來源：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https://github.com/JaidedAI/EasyOCR</a:t>
            </a: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專案簡述：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EasyOCR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是一種用於圖像提取文本的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模塊，這個專案的整個深度學習過程是基於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pytorch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來實現。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檢測：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CRAFT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算法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識別模型：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CRNN=&gt;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ResNet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特徵提取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LSTM(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序列標記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CTC(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任務：識別圖像中的文字並輸出為文本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83B3BE-00C7-F5EF-DDD2-60285F6B7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35" y="4568996"/>
            <a:ext cx="9345329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06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56B0CA-4334-8F09-8053-7E0F2D0F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032"/>
            <a:ext cx="10058400" cy="1371600"/>
          </a:xfrm>
        </p:spPr>
        <p:txBody>
          <a:bodyPr>
            <a:normAutofit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重構內容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主要修改的部分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CD55812C-9405-97FB-AEFF-901A7777E92B}"/>
              </a:ext>
            </a:extLst>
          </p:cNvPr>
          <p:cNvSpPr/>
          <p:nvPr/>
        </p:nvSpPr>
        <p:spPr>
          <a:xfrm>
            <a:off x="2314575" y="1602388"/>
            <a:ext cx="1304925" cy="41324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重構前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C9FC8A5-DF97-D44A-783E-6449BB60CFDA}"/>
              </a:ext>
            </a:extLst>
          </p:cNvPr>
          <p:cNvSpPr/>
          <p:nvPr/>
        </p:nvSpPr>
        <p:spPr>
          <a:xfrm>
            <a:off x="8096250" y="1602389"/>
            <a:ext cx="1304925" cy="41324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重構後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1B2E879-9B4C-0E42-B4B2-B14B6FE244F8}"/>
              </a:ext>
            </a:extLst>
          </p:cNvPr>
          <p:cNvSpPr txBox="1"/>
          <p:nvPr/>
        </p:nvSpPr>
        <p:spPr>
          <a:xfrm>
            <a:off x="1381124" y="2335530"/>
            <a:ext cx="31718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Train.py:</a:t>
            </a: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整個訓練流程直接寫到底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資料集預處理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模型配置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損失函數設置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訓練模型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驗證模型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儲存結果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FC250FB-5C10-F0E7-3A06-568D875C5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429380"/>
              </p:ext>
            </p:extLst>
          </p:nvPr>
        </p:nvGraphicFramePr>
        <p:xfrm>
          <a:off x="6278562" y="2335530"/>
          <a:ext cx="482758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3551">
                  <a:extLst>
                    <a:ext uri="{9D8B030D-6E8A-4147-A177-3AD203B41FA5}">
                      <a16:colId xmlns:a16="http://schemas.microsoft.com/office/drawing/2014/main" val="523473526"/>
                    </a:ext>
                  </a:extLst>
                </a:gridCol>
                <a:gridCol w="2384037">
                  <a:extLst>
                    <a:ext uri="{9D8B030D-6E8A-4147-A177-3AD203B41FA5}">
                      <a16:colId xmlns:a16="http://schemas.microsoft.com/office/drawing/2014/main" val="413382940"/>
                    </a:ext>
                  </a:extLst>
                </a:gridCol>
              </a:tblGrid>
              <a:tr h="323166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Class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757537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Trainer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訓練模型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496226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ModelConfiguration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模型配置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732551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DatasetProcessor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資料集生成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187811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LayerControl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layer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599351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Logger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記錄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807467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Loss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損失函數設置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997090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Optimizer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優化器設置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728225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Parameter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統計模型參數量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720107"/>
                  </a:ext>
                </a:extLst>
              </a:tr>
            </a:tbl>
          </a:graphicData>
        </a:graphic>
      </p:graphicFrame>
      <p:sp>
        <p:nvSpPr>
          <p:cNvPr id="9" name="箭號: 向右 8">
            <a:extLst>
              <a:ext uri="{FF2B5EF4-FFF2-40B4-BE49-F238E27FC236}">
                <a16:creationId xmlns:a16="http://schemas.microsoft.com/office/drawing/2014/main" id="{11C13C7A-78EF-1FD2-CB3F-F0C4E7ABABEE}"/>
              </a:ext>
            </a:extLst>
          </p:cNvPr>
          <p:cNvSpPr/>
          <p:nvPr/>
        </p:nvSpPr>
        <p:spPr>
          <a:xfrm>
            <a:off x="4954585" y="3429000"/>
            <a:ext cx="922341" cy="3905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01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56B0CA-4334-8F09-8053-7E0F2D0F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032"/>
            <a:ext cx="10058400" cy="1371600"/>
          </a:xfrm>
        </p:spPr>
        <p:txBody>
          <a:bodyPr>
            <a:normAutofit/>
          </a:bodyPr>
          <a:lstStyle/>
          <a:p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 Diagram(</a:t>
            </a: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重構後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5A6C57E-A9F0-1FC4-521C-865AFE997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81" y="1294996"/>
            <a:ext cx="6124783" cy="52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30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C0172D5-1D09-1681-7C39-5191B7558681}"/>
              </a:ext>
            </a:extLst>
          </p:cNvPr>
          <p:cNvSpPr txBox="1">
            <a:spLocks/>
          </p:cNvSpPr>
          <p:nvPr/>
        </p:nvSpPr>
        <p:spPr>
          <a:xfrm>
            <a:off x="1066800" y="263032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重要重構程式碼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798819F-45FE-F737-D172-4D0CF01DD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874" y="1933575"/>
            <a:ext cx="2605195" cy="3331234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290A7573-307D-7BC4-5684-A93CAF59BD50}"/>
              </a:ext>
            </a:extLst>
          </p:cNvPr>
          <p:cNvSpPr/>
          <p:nvPr/>
        </p:nvSpPr>
        <p:spPr>
          <a:xfrm>
            <a:off x="8410500" y="1423247"/>
            <a:ext cx="1304925" cy="41324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重構後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E5BAD9D-808E-1D5E-A7A7-582566CA7166}"/>
              </a:ext>
            </a:extLst>
          </p:cNvPr>
          <p:cNvSpPr/>
          <p:nvPr/>
        </p:nvSpPr>
        <p:spPr>
          <a:xfrm>
            <a:off x="2657400" y="1423247"/>
            <a:ext cx="1304925" cy="41324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重構前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691EAF0-0058-2D12-69D3-167EEFF74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33" y="1933575"/>
            <a:ext cx="5429457" cy="247199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53656DC2-9413-2303-98A7-4A382AA18922}"/>
              </a:ext>
            </a:extLst>
          </p:cNvPr>
          <p:cNvSpPr txBox="1"/>
          <p:nvPr/>
        </p:nvSpPr>
        <p:spPr>
          <a:xfrm>
            <a:off x="1316769" y="5434753"/>
            <a:ext cx="9415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 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TrainDatasetProcessor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 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ValidDatasetProcessor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生成訓練資料集和驗證資料集。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因為這兩個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特性相似，所以創建父親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DatasetProcessor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確保其一致性。</a:t>
            </a: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2F439942-BA05-4CCD-4DF6-5ADDACBF1CC5}"/>
              </a:ext>
            </a:extLst>
          </p:cNvPr>
          <p:cNvGrpSpPr/>
          <p:nvPr/>
        </p:nvGrpSpPr>
        <p:grpSpPr>
          <a:xfrm>
            <a:off x="10368069" y="2000250"/>
            <a:ext cx="652356" cy="2486025"/>
            <a:chOff x="10368069" y="2000250"/>
            <a:chExt cx="652356" cy="2486025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D4AF9169-7D1D-3678-0923-EC885B83BD2E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69" y="4486275"/>
              <a:ext cx="65235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FBA4A694-0B84-AA66-FC57-CA80866D3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20425" y="2000250"/>
              <a:ext cx="0" cy="248602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CDD30AA3-0E0A-5A11-821C-0B53C5B5A9E8}"/>
                </a:ext>
              </a:extLst>
            </p:cNvPr>
            <p:cNvCxnSpPr/>
            <p:nvPr/>
          </p:nvCxnSpPr>
          <p:spPr>
            <a:xfrm flipH="1">
              <a:off x="10368069" y="2009775"/>
              <a:ext cx="65235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761162E7-205C-80CF-C629-D41133D221AD}"/>
              </a:ext>
            </a:extLst>
          </p:cNvPr>
          <p:cNvCxnSpPr>
            <a:cxnSpLocks/>
          </p:cNvCxnSpPr>
          <p:nvPr/>
        </p:nvCxnSpPr>
        <p:spPr>
          <a:xfrm>
            <a:off x="10368069" y="3000375"/>
            <a:ext cx="6523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498BB5B3-7E10-258B-06A4-BD4902F7435C}"/>
              </a:ext>
            </a:extLst>
          </p:cNvPr>
          <p:cNvSpPr txBox="1"/>
          <p:nvPr/>
        </p:nvSpPr>
        <p:spPr>
          <a:xfrm>
            <a:off x="10432383" y="1619404"/>
            <a:ext cx="69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繼承</a:t>
            </a:r>
          </a:p>
        </p:txBody>
      </p:sp>
    </p:spTree>
    <p:extLst>
      <p:ext uri="{BB962C8B-B14F-4D97-AF65-F5344CB8AC3E}">
        <p14:creationId xmlns:p14="http://schemas.microsoft.com/office/powerpoint/2010/main" val="89157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C0172D5-1D09-1681-7C39-5191B7558681}"/>
              </a:ext>
            </a:extLst>
          </p:cNvPr>
          <p:cNvSpPr txBox="1">
            <a:spLocks/>
          </p:cNvSpPr>
          <p:nvPr/>
        </p:nvSpPr>
        <p:spPr>
          <a:xfrm>
            <a:off x="1066800" y="263032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重要重構程式碼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90A7573-307D-7BC4-5684-A93CAF59BD50}"/>
              </a:ext>
            </a:extLst>
          </p:cNvPr>
          <p:cNvSpPr/>
          <p:nvPr/>
        </p:nvSpPr>
        <p:spPr>
          <a:xfrm>
            <a:off x="8915692" y="1374332"/>
            <a:ext cx="1304925" cy="41324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重構後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E5BAD9D-808E-1D5E-A7A7-582566CA7166}"/>
              </a:ext>
            </a:extLst>
          </p:cNvPr>
          <p:cNvSpPr/>
          <p:nvPr/>
        </p:nvSpPr>
        <p:spPr>
          <a:xfrm>
            <a:off x="1980245" y="1468234"/>
            <a:ext cx="1304925" cy="41324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重構前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3656DC2-9413-2303-98A7-4A382AA18922}"/>
              </a:ext>
            </a:extLst>
          </p:cNvPr>
          <p:cNvSpPr txBox="1"/>
          <p:nvPr/>
        </p:nvSpPr>
        <p:spPr>
          <a:xfrm>
            <a:off x="5676902" y="5889552"/>
            <a:ext cx="62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模型配置可以根據輸入的參數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對應模型、初始化模型參數、載入權重、啟用新的預測方式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修改預測層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等功能。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77D4EA6-6EF0-6F63-B57F-DE9A082E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56" y="1913182"/>
            <a:ext cx="4325890" cy="414003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3E4A7A5-27BB-3727-7BF9-28B1E6CC5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807" y="1836490"/>
            <a:ext cx="4191585" cy="3753374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BAD8DFEA-D8D5-EE9B-A57E-49AF185F9500}"/>
              </a:ext>
            </a:extLst>
          </p:cNvPr>
          <p:cNvSpPr/>
          <p:nvPr/>
        </p:nvSpPr>
        <p:spPr>
          <a:xfrm>
            <a:off x="5723976" y="3429000"/>
            <a:ext cx="914400" cy="3429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7D183D3-C378-ACDD-BDF3-354752576129}"/>
              </a:ext>
            </a:extLst>
          </p:cNvPr>
          <p:cNvSpPr txBox="1"/>
          <p:nvPr/>
        </p:nvSpPr>
        <p:spPr>
          <a:xfrm>
            <a:off x="4923545" y="2967335"/>
            <a:ext cx="2515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將每個階段整理成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</a:t>
            </a:r>
          </a:p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提升程式碼可讀性</a:t>
            </a:r>
          </a:p>
        </p:txBody>
      </p:sp>
    </p:spTree>
    <p:extLst>
      <p:ext uri="{BB962C8B-B14F-4D97-AF65-F5344CB8AC3E}">
        <p14:creationId xmlns:p14="http://schemas.microsoft.com/office/powerpoint/2010/main" val="2521008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C0172D5-1D09-1681-7C39-5191B7558681}"/>
              </a:ext>
            </a:extLst>
          </p:cNvPr>
          <p:cNvSpPr txBox="1">
            <a:spLocks/>
          </p:cNvSpPr>
          <p:nvPr/>
        </p:nvSpPr>
        <p:spPr>
          <a:xfrm>
            <a:off x="1066800" y="263032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重要重構程式碼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90A7573-307D-7BC4-5684-A93CAF59BD50}"/>
              </a:ext>
            </a:extLst>
          </p:cNvPr>
          <p:cNvSpPr/>
          <p:nvPr/>
        </p:nvSpPr>
        <p:spPr>
          <a:xfrm>
            <a:off x="7979942" y="1384363"/>
            <a:ext cx="1304925" cy="41324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重構後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E5BAD9D-808E-1D5E-A7A7-582566CA7166}"/>
              </a:ext>
            </a:extLst>
          </p:cNvPr>
          <p:cNvSpPr/>
          <p:nvPr/>
        </p:nvSpPr>
        <p:spPr>
          <a:xfrm>
            <a:off x="2238300" y="1432771"/>
            <a:ext cx="1304925" cy="41324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重構前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973E743-5E18-BADB-52DE-48E97204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785" y="1946302"/>
            <a:ext cx="3559483" cy="4067152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430EE3FE-A65C-204C-A146-59740836B2D6}"/>
              </a:ext>
            </a:extLst>
          </p:cNvPr>
          <p:cNvSpPr txBox="1"/>
          <p:nvPr/>
        </p:nvSpPr>
        <p:spPr>
          <a:xfrm>
            <a:off x="1575722" y="6047591"/>
            <a:ext cx="294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訓練模型的部分冗長且煩雜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28D512E-F088-E22C-0D42-B1D9DAF343FD}"/>
              </a:ext>
            </a:extLst>
          </p:cNvPr>
          <p:cNvSpPr txBox="1"/>
          <p:nvPr/>
        </p:nvSpPr>
        <p:spPr>
          <a:xfrm>
            <a:off x="9284867" y="1496132"/>
            <a:ext cx="230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將每個訓練階段整理成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5C1F8A0-5F33-D2BD-9681-7AD1EF6E9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178" y="1875816"/>
            <a:ext cx="3600000" cy="306051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525E12D3-ADE4-EC85-7230-418126ED6ED1}"/>
              </a:ext>
            </a:extLst>
          </p:cNvPr>
          <p:cNvSpPr/>
          <p:nvPr/>
        </p:nvSpPr>
        <p:spPr>
          <a:xfrm>
            <a:off x="1652589" y="2376488"/>
            <a:ext cx="2743200" cy="1095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37E327B-BB98-6D45-120D-C7BA2EAD9F6D}"/>
              </a:ext>
            </a:extLst>
          </p:cNvPr>
          <p:cNvSpPr/>
          <p:nvPr/>
        </p:nvSpPr>
        <p:spPr>
          <a:xfrm>
            <a:off x="1538289" y="3852863"/>
            <a:ext cx="2743200" cy="1051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A39700F0-43AE-07EC-4E09-4B58AC23C021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6286952" y="3956844"/>
            <a:ext cx="639890" cy="8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EF5A73B6-F514-C8D4-5071-708E20073518}"/>
              </a:ext>
            </a:extLst>
          </p:cNvPr>
          <p:cNvSpPr/>
          <p:nvPr/>
        </p:nvSpPr>
        <p:spPr>
          <a:xfrm>
            <a:off x="6926842" y="3471863"/>
            <a:ext cx="3524336" cy="971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4" name="接點: 肘形 33">
            <a:extLst>
              <a:ext uri="{FF2B5EF4-FFF2-40B4-BE49-F238E27FC236}">
                <a16:creationId xmlns:a16="http://schemas.microsoft.com/office/drawing/2014/main" id="{190CE6B4-061B-5D7A-E1B0-3188CBBB8294}"/>
              </a:ext>
            </a:extLst>
          </p:cNvPr>
          <p:cNvCxnSpPr>
            <a:cxnSpLocks/>
            <a:stCxn id="21" idx="3"/>
            <a:endCxn id="27" idx="1"/>
          </p:cNvCxnSpPr>
          <p:nvPr/>
        </p:nvCxnSpPr>
        <p:spPr>
          <a:xfrm>
            <a:off x="4395789" y="2924176"/>
            <a:ext cx="2531053" cy="1033507"/>
          </a:xfrm>
          <a:prstGeom prst="bentConnector3">
            <a:avLst>
              <a:gd name="adj1" fmla="val 47742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接點: 肘形 38">
            <a:extLst>
              <a:ext uri="{FF2B5EF4-FFF2-40B4-BE49-F238E27FC236}">
                <a16:creationId xmlns:a16="http://schemas.microsoft.com/office/drawing/2014/main" id="{C2F03D9B-888C-C51A-6E80-0FD65D943335}"/>
              </a:ext>
            </a:extLst>
          </p:cNvPr>
          <p:cNvCxnSpPr>
            <a:cxnSpLocks/>
            <a:stCxn id="22" idx="3"/>
            <a:endCxn id="27" idx="1"/>
          </p:cNvCxnSpPr>
          <p:nvPr/>
        </p:nvCxnSpPr>
        <p:spPr>
          <a:xfrm flipV="1">
            <a:off x="4281489" y="3957683"/>
            <a:ext cx="2645353" cy="42095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A0F91D18-A004-78BE-B8E3-CF2A44E8307D}"/>
              </a:ext>
            </a:extLst>
          </p:cNvPr>
          <p:cNvSpPr txBox="1"/>
          <p:nvPr/>
        </p:nvSpPr>
        <p:spPr>
          <a:xfrm>
            <a:off x="4850810" y="2637170"/>
            <a:ext cx="17320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將有重複的部分做整合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58089A7-DF1E-BB8B-37DA-949E20F33466}"/>
              </a:ext>
            </a:extLst>
          </p:cNvPr>
          <p:cNvSpPr/>
          <p:nvPr/>
        </p:nvSpPr>
        <p:spPr>
          <a:xfrm>
            <a:off x="1538289" y="5623441"/>
            <a:ext cx="3289979" cy="420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BB5C2E9E-B850-1E47-C05A-0D09EA349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178" y="5457775"/>
            <a:ext cx="3600000" cy="749762"/>
          </a:xfrm>
          <a:prstGeom prst="rect">
            <a:avLst/>
          </a:prstGeom>
        </p:spPr>
      </p:pic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087F28ED-FAF4-F5FA-C6E3-CB9E396319D5}"/>
              </a:ext>
            </a:extLst>
          </p:cNvPr>
          <p:cNvCxnSpPr>
            <a:cxnSpLocks/>
            <a:stCxn id="52" idx="3"/>
            <a:endCxn id="54" idx="1"/>
          </p:cNvCxnSpPr>
          <p:nvPr/>
        </p:nvCxnSpPr>
        <p:spPr>
          <a:xfrm flipV="1">
            <a:off x="4828268" y="5832656"/>
            <a:ext cx="2022910" cy="1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66DE2EB-C467-167C-B33A-6762135F95D0}"/>
              </a:ext>
            </a:extLst>
          </p:cNvPr>
          <p:cNvSpPr txBox="1"/>
          <p:nvPr/>
        </p:nvSpPr>
        <p:spPr>
          <a:xfrm>
            <a:off x="4883545" y="5851111"/>
            <a:ext cx="1967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創建專門用來記錄的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</a:p>
          <a:p>
            <a:pPr algn="ctr"/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記錄驗證結果</a:t>
            </a:r>
          </a:p>
        </p:txBody>
      </p:sp>
    </p:spTree>
    <p:extLst>
      <p:ext uri="{BB962C8B-B14F-4D97-AF65-F5344CB8AC3E}">
        <p14:creationId xmlns:p14="http://schemas.microsoft.com/office/powerpoint/2010/main" val="43221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56B0CA-4334-8F09-8053-7E0F2D0F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032"/>
            <a:ext cx="10058400" cy="1371600"/>
          </a:xfrm>
        </p:spPr>
        <p:txBody>
          <a:bodyPr>
            <a:normAutofit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重構心得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389781-99D3-7A70-BE1F-A062C77D0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34632"/>
            <a:ext cx="10058400" cy="39319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目前重構尚不完善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雖然有將許多功能整合成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呈現，但有些地方還可以再構思更通用的寫法。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將重複的程式碼提取出來成一個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，可簡化修改過程、降度錯誤風險並提高可讀性。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將有共通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和特性的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code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用繼承的方式減少代碼重複和共同行為和屬性在父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中定義，確保所有子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 method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保持一致。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專案重構後，整個訓練流程的結構變得更加直觀和易於理解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Ex: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資料集載入、模型配置、損失函數設置、訓練模型、儲存紀錄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0">
              <a:buNone/>
            </a:pP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重要重構程式碼僅報告重點部分</a:t>
            </a:r>
            <a:r>
              <a:rPr lang="zh-TW" altLang="en-US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，其餘部分請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GITHUB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4228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56B0CA-4334-8F09-8053-7E0F2D0F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032"/>
            <a:ext cx="10058400" cy="1371600"/>
          </a:xfrm>
        </p:spPr>
        <p:txBody>
          <a:bodyPr>
            <a:normAutofit/>
          </a:bodyPr>
          <a:lstStyle/>
          <a:p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</a:t>
            </a: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連結與截圖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389781-99D3-7A70-BE1F-A062C77D0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34632"/>
            <a:ext cx="10058400" cy="106238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https://github.com/DennyisDenny/software_design_refactor</a:t>
            </a: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截圖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F84B355-2CE5-48D1-C426-4DF027C6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89" y="2137268"/>
            <a:ext cx="2724686" cy="4301075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0DD6ECEE-66A4-2B9C-857B-507385D6E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854" y="2141036"/>
            <a:ext cx="4215315" cy="4297307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5A9E22B4-2A5B-638B-E483-F4B0210B6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048" y="2165825"/>
            <a:ext cx="2794190" cy="19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5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679453-D0CB-DC2C-1BC6-7592A5BA5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959" y="2743200"/>
            <a:ext cx="2174082" cy="1371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Thanks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24664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TM03457510[[fn=肥皂]]</Template>
  <TotalTime>10261</TotalTime>
  <Words>502</Words>
  <Application>Microsoft Office PowerPoint</Application>
  <PresentationFormat>寬螢幕</PresentationFormat>
  <Paragraphs>80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微軟正黑體</vt:lpstr>
      <vt:lpstr>微軟正黑體 Light</vt:lpstr>
      <vt:lpstr>Arial</vt:lpstr>
      <vt:lpstr>Century Gothic</vt:lpstr>
      <vt:lpstr>Garamond</vt:lpstr>
      <vt:lpstr>Wingdings</vt:lpstr>
      <vt:lpstr>肥皂</vt:lpstr>
      <vt:lpstr>軟體設計期末專題 Refactor Project</vt:lpstr>
      <vt:lpstr>目錄</vt:lpstr>
      <vt:lpstr>專案簡介</vt:lpstr>
      <vt:lpstr>重構內容(主要修改的部分)</vt:lpstr>
      <vt:lpstr>Class Diagram(重構後)</vt:lpstr>
      <vt:lpstr>PowerPoint 簡報</vt:lpstr>
      <vt:lpstr>PowerPoint 簡報</vt:lpstr>
      <vt:lpstr>PowerPoint 簡報</vt:lpstr>
      <vt:lpstr>重構心得</vt:lpstr>
      <vt:lpstr>Git連結與截圖</vt:lpstr>
      <vt:lpstr>Thanks！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鄭煜醴</dc:creator>
  <cp:lastModifiedBy>鄭煜醴</cp:lastModifiedBy>
  <cp:revision>15</cp:revision>
  <dcterms:created xsi:type="dcterms:W3CDTF">2023-12-18T09:14:32Z</dcterms:created>
  <dcterms:modified xsi:type="dcterms:W3CDTF">2023-12-26T06:06:01Z</dcterms:modified>
</cp:coreProperties>
</file>