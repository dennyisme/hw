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06283F-F035-D770-284F-5BAF8D778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0FDD35-370C-9F80-E009-84DD42510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07C3C4-6BD2-5F02-1E27-14302CCF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9484A1-C1FD-CCD0-06B1-EA385930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92F0E0-95BA-EB41-2947-989B86F9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46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E2DCAF-90F7-C302-906F-56C506602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212D5E-A203-2980-608F-339F6674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A72527-80A7-0F3C-B737-A7FF04B3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1C4146-B8FF-4AFF-C8C0-C985A456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2DDA34-200C-01AF-238B-5B2A5675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779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C7CA4-698A-8F22-9FB9-FB9BF16B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0C5E27-5B01-344D-6959-8A30A6EB1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FDFB96-6A9D-1270-C67C-CFC235DE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CE57C1-CB06-FE34-CDAF-BBEC0E32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A2209C-71D6-3472-CC1A-436F6971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59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EF4FD-A81C-5CD7-D0CD-B3A6E991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FD71B1-E830-CE05-96F4-5B623D269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C02C6A-9F6A-5780-C4B6-0C6561CC5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217D3A-E659-76B0-0F63-67FA5557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49963B-E972-95DB-7FAF-6D0CAFC14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C40E12-8A86-1D3D-4855-71E1FAFA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3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7E94C-20BA-9B64-7AB0-E5C3F1DA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C0235E-CD7A-B62E-97C4-0FD276D5D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67A408-3DAC-5840-E81B-8C56933BD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FB1AF8-DFBD-0799-B1E0-B56BA5A70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E644A5E-4F36-AEEB-54B5-29A326A25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91B2BB6-99CA-34D3-BA62-88FDAC94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407B51-248A-06A7-EB5B-0C4AC9AB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BBD28DD-989B-A022-A083-3CE8265E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77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513AA3-55E3-5103-8792-9DDFD5D0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08109EC-3F01-57AD-C353-CECDCE2D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E85058-165D-FEDB-47FF-71BE3DE1E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24F678-FBCC-0AEB-166B-22B98E2D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27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EE925B4-D8D7-C3C0-79E0-252B0C72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46E729-4C09-C11C-F754-B4E95801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91C6A-0189-7B70-8903-7D0A3C00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8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02168-E389-EF98-3435-944ABFCE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5218EA-A035-E4FB-E431-FB793907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EDB666-0776-F9A6-6616-C591A9E4D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483581-D9E0-22D2-F1B9-26A0F7AE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0055939-C51F-D022-1AE1-8670D96D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B2D0B2-FAAA-AE67-AD20-F8DB1308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98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A7493F-612A-B1BD-EB1B-BCBCED6E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0D3D31-0D9A-55E7-4ABF-BA70E00F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E5C1F2-D16E-1279-B9F6-1EE20CD1B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6E331A1-220D-45FE-EDF7-ED1CBE74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589C82-FC2D-D220-8C83-93108A7F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096503-EE63-9B5F-CA6E-3AE1EBB3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66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00D20C-8EE8-8C53-F409-AB70BCA7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469C9A-793E-A98D-BC35-EF9932F31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C307F3-2826-67F6-ACD1-0E64534B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08FDF3-8C92-7CB4-7BA7-998137E6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D2E323-A8D9-C7B8-8190-924C3321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685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F7083D-D81E-C25C-93A9-DCDF18429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5A47AD-CE56-5E60-1D74-9B1DD3CD9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609DE5-FCA5-BC5D-FABD-57529893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EE58B8-F260-A363-F336-916C0B0D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4EA887-905E-F7D3-5136-D5C90306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61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83BF915-9AD1-6007-773F-9896EDDE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D5C5C6-EEAD-7213-7E5B-1B8BA2C32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B09AE6-2F2E-C18C-4065-E39E55A20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54BDF-800B-42E3-B8D9-F380AB92454E}" type="datetimeFigureOut">
              <a:rPr lang="zh-TW" altLang="en-US" smtClean="0"/>
              <a:t>2024/5/7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2BA015-8900-BE46-27BB-BAFFD755C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AB378A-CC3D-02F0-2E18-D5EA91110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53FA7-ABDE-474E-B179-4D199BF7E8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43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05AA23-B4E6-1B50-709F-C43B5D0BF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FEE1FE5-912F-C73A-BDAA-591EEDE29B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2D898B-DAD8-32E6-4247-FB10EA9A9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24" y="1122363"/>
            <a:ext cx="5523809" cy="42857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453DFA6-2E30-745A-09E8-B1A27BC3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9" y="819476"/>
            <a:ext cx="4009524" cy="5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59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10282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鄭煜醴</dc:creator>
  <cp:lastModifiedBy>鄭煜醴</cp:lastModifiedBy>
  <cp:revision>2</cp:revision>
  <dcterms:created xsi:type="dcterms:W3CDTF">2024-05-07T04:29:42Z</dcterms:created>
  <dcterms:modified xsi:type="dcterms:W3CDTF">2024-05-14T10:39:54Z</dcterms:modified>
</cp:coreProperties>
</file>