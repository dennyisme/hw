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  <p:sldMasterId id="2147483660" r:id="rId2"/>
  </p:sldMasterIdLst>
  <p:sldIdLst>
    <p:sldId id="257" r:id="rId3"/>
    <p:sldId id="263" r:id="rId4"/>
  </p:sldIdLst>
  <p:sldSz cx="12192000" cy="6858000"/>
  <p:notesSz cx="6858000" cy="9144000"/>
  <p:defaultTextStyle>
    <a:defPPr>
      <a:defRPr lang="zh-TW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106" d="100"/>
          <a:sy n="106" d="100"/>
        </p:scale>
        <p:origin x="792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1.xml"/><Relationship Id="rId7" Type="http://schemas.openxmlformats.org/officeDocument/2006/relationships/theme" Target="theme/theme1.xml"/><Relationship Id="rId2" Type="http://schemas.openxmlformats.org/officeDocument/2006/relationships/slideMaster" Target="slideMasters/slideMaster2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2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2.xml"/></Relationships>
</file>

<file path=ppt/slideLayouts/_rels/slideLayout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2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A82FE97A-3FC7-51AD-5DB5-D7129FF3378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副標題 2">
            <a:extLst>
              <a:ext uri="{FF2B5EF4-FFF2-40B4-BE49-F238E27FC236}">
                <a16:creationId xmlns:a16="http://schemas.microsoft.com/office/drawing/2014/main" id="{C1D384E9-1AB5-DBE2-DA66-3BCAACCBBF7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TW" altLang="en-US"/>
              <a:t>按一下以編輯母片子標題樣式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CD3B533F-18E1-C456-F435-8153A5FAE8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5B1786-23C9-48ED-9DD4-DF5953EDBBA0}" type="datetimeFigureOut">
              <a:rPr lang="zh-TW" altLang="en-US" smtClean="0"/>
              <a:t>2024/6/14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CE106631-1A47-211C-EF43-B6F2A26683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A33118E8-8CA8-9375-D99B-6CC4FD1D0D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235808-7EC7-4203-B7EF-BF18F7C3356D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88996755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C3A55742-09BC-A2D5-D74D-A1852FFAC3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C19ED575-86AC-A0B3-1DE2-FBA93512FCD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DEC429DD-19B8-BC59-659D-95BD504004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5B1786-23C9-48ED-9DD4-DF5953EDBBA0}" type="datetimeFigureOut">
              <a:rPr lang="zh-TW" altLang="en-US" smtClean="0"/>
              <a:t>2024/6/14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BAFA7B87-3F0E-2162-FD8B-DF3FD361CA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CA1C1BE9-9D60-609D-1348-E54071AC6C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235808-7EC7-4203-B7EF-BF18F7C3356D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96047218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章節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290D714B-0D08-523D-CABF-DB9E8C71BD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6DE30C1C-0534-A325-2195-9E57F9946E1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6F6EDB32-C075-A33C-4D30-EA20466C6A5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5B1786-23C9-48ED-9DD4-DF5953EDBBA0}" type="datetimeFigureOut">
              <a:rPr lang="zh-TW" altLang="en-US" smtClean="0"/>
              <a:t>2024/6/14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5660EC5B-5640-C55F-F339-E885CF794C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8434F08C-B711-8FB4-71BC-555EDE1F30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235808-7EC7-4203-B7EF-BF18F7C3356D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7066825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個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322960EC-F3F5-D60A-205E-C8BF039069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AE9DFE04-C4E2-0609-7215-00B8FD366FC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內容版面配置區 3">
            <a:extLst>
              <a:ext uri="{FF2B5EF4-FFF2-40B4-BE49-F238E27FC236}">
                <a16:creationId xmlns:a16="http://schemas.microsoft.com/office/drawing/2014/main" id="{61FD9B87-5D86-CA16-5894-839760C4813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952B4F84-7C66-5840-7BA1-3B6D12F1AF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5B1786-23C9-48ED-9DD4-DF5953EDBBA0}" type="datetimeFigureOut">
              <a:rPr lang="zh-TW" altLang="en-US" smtClean="0"/>
              <a:t>2024/6/14</a:t>
            </a:fld>
            <a:endParaRPr lang="zh-TW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D21C0032-D78E-E33C-40B6-BD2E778C09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E21AA42E-503C-3B25-3D7E-DE45A5251F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235808-7EC7-4203-B7EF-BF18F7C3356D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63373762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874AEF81-6E1C-D23E-DCA6-0791C848899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9C77E7EF-A69A-F524-D59B-242C492DAEA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內容版面配置區 3">
            <a:extLst>
              <a:ext uri="{FF2B5EF4-FFF2-40B4-BE49-F238E27FC236}">
                <a16:creationId xmlns:a16="http://schemas.microsoft.com/office/drawing/2014/main" id="{A8911114-3FF1-32A2-0F46-B67342FF8B2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文字版面配置區 4">
            <a:extLst>
              <a:ext uri="{FF2B5EF4-FFF2-40B4-BE49-F238E27FC236}">
                <a16:creationId xmlns:a16="http://schemas.microsoft.com/office/drawing/2014/main" id="{D32ECC4B-11C5-218B-FC08-4118B7D3E0D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6" name="內容版面配置區 5">
            <a:extLst>
              <a:ext uri="{FF2B5EF4-FFF2-40B4-BE49-F238E27FC236}">
                <a16:creationId xmlns:a16="http://schemas.microsoft.com/office/drawing/2014/main" id="{DF9CED16-4224-A87F-BBA3-A91727C9696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7" name="日期版面配置區 6">
            <a:extLst>
              <a:ext uri="{FF2B5EF4-FFF2-40B4-BE49-F238E27FC236}">
                <a16:creationId xmlns:a16="http://schemas.microsoft.com/office/drawing/2014/main" id="{1E8C6572-4DEA-87C2-78C9-4C12AFA46E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5B1786-23C9-48ED-9DD4-DF5953EDBBA0}" type="datetimeFigureOut">
              <a:rPr lang="zh-TW" altLang="en-US" smtClean="0"/>
              <a:t>2024/6/14</a:t>
            </a:fld>
            <a:endParaRPr lang="zh-TW" altLang="en-US"/>
          </a:p>
        </p:txBody>
      </p:sp>
      <p:sp>
        <p:nvSpPr>
          <p:cNvPr id="8" name="頁尾版面配置區 7">
            <a:extLst>
              <a:ext uri="{FF2B5EF4-FFF2-40B4-BE49-F238E27FC236}">
                <a16:creationId xmlns:a16="http://schemas.microsoft.com/office/drawing/2014/main" id="{8139C568-DC1A-BCCF-223E-0873736270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9" name="投影片編號版面配置區 8">
            <a:extLst>
              <a:ext uri="{FF2B5EF4-FFF2-40B4-BE49-F238E27FC236}">
                <a16:creationId xmlns:a16="http://schemas.microsoft.com/office/drawing/2014/main" id="{1F69F3EA-EB62-0816-61EF-836F98B638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235808-7EC7-4203-B7EF-BF18F7C3356D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66395375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1F209D13-1947-484A-B18A-798970B0AF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日期版面配置區 2">
            <a:extLst>
              <a:ext uri="{FF2B5EF4-FFF2-40B4-BE49-F238E27FC236}">
                <a16:creationId xmlns:a16="http://schemas.microsoft.com/office/drawing/2014/main" id="{AB60AE61-8E52-5B46-2B0D-529E887038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5B1786-23C9-48ED-9DD4-DF5953EDBBA0}" type="datetimeFigureOut">
              <a:rPr lang="zh-TW" altLang="en-US" smtClean="0"/>
              <a:t>2024/6/14</a:t>
            </a:fld>
            <a:endParaRPr lang="zh-TW" altLang="en-US"/>
          </a:p>
        </p:txBody>
      </p:sp>
      <p:sp>
        <p:nvSpPr>
          <p:cNvPr id="4" name="頁尾版面配置區 3">
            <a:extLst>
              <a:ext uri="{FF2B5EF4-FFF2-40B4-BE49-F238E27FC236}">
                <a16:creationId xmlns:a16="http://schemas.microsoft.com/office/drawing/2014/main" id="{53F29447-97F4-65FB-5EA7-99B51CD66A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5" name="投影片編號版面配置區 4">
            <a:extLst>
              <a:ext uri="{FF2B5EF4-FFF2-40B4-BE49-F238E27FC236}">
                <a16:creationId xmlns:a16="http://schemas.microsoft.com/office/drawing/2014/main" id="{80F50389-6502-4041-2A4C-6996528B0E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235808-7EC7-4203-B7EF-BF18F7C3356D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54892257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版面配置區 1">
            <a:extLst>
              <a:ext uri="{FF2B5EF4-FFF2-40B4-BE49-F238E27FC236}">
                <a16:creationId xmlns:a16="http://schemas.microsoft.com/office/drawing/2014/main" id="{ED997579-D9C1-B007-8BC8-D3EAAE0F71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5B1786-23C9-48ED-9DD4-DF5953EDBBA0}" type="datetimeFigureOut">
              <a:rPr lang="zh-TW" altLang="en-US" smtClean="0"/>
              <a:t>2024/6/14</a:t>
            </a:fld>
            <a:endParaRPr lang="zh-TW" altLang="en-US"/>
          </a:p>
        </p:txBody>
      </p:sp>
      <p:sp>
        <p:nvSpPr>
          <p:cNvPr id="3" name="頁尾版面配置區 2">
            <a:extLst>
              <a:ext uri="{FF2B5EF4-FFF2-40B4-BE49-F238E27FC236}">
                <a16:creationId xmlns:a16="http://schemas.microsoft.com/office/drawing/2014/main" id="{DB7B785F-86BC-B7E8-CF1C-CE71304097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16A48DAC-0382-BFCD-9D5E-4CEE6CE17C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235808-7EC7-4203-B7EF-BF18F7C3356D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00793073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輔助字幕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16B98B6E-414E-5515-334D-F474FD3EE3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C5692856-3678-C206-E8D3-210E7C90D5D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文字版面配置區 3">
            <a:extLst>
              <a:ext uri="{FF2B5EF4-FFF2-40B4-BE49-F238E27FC236}">
                <a16:creationId xmlns:a16="http://schemas.microsoft.com/office/drawing/2014/main" id="{9728680F-4123-2B30-D655-5E9F25F6D49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790DC728-6EEF-3CA7-4E99-185EA130E1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5B1786-23C9-48ED-9DD4-DF5953EDBBA0}" type="datetimeFigureOut">
              <a:rPr lang="zh-TW" altLang="en-US" smtClean="0"/>
              <a:t>2024/6/14</a:t>
            </a:fld>
            <a:endParaRPr lang="zh-TW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85A2F8D7-024E-767F-F37F-DDABFF7661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426834E5-30A5-6FD7-CF55-7B5FD64BF6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235808-7EC7-4203-B7EF-BF18F7C3356D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80906779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輔助字幕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6C09438F-B48C-F912-FC42-6F2F0C82B7F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圖片版面配置區 2">
            <a:extLst>
              <a:ext uri="{FF2B5EF4-FFF2-40B4-BE49-F238E27FC236}">
                <a16:creationId xmlns:a16="http://schemas.microsoft.com/office/drawing/2014/main" id="{D17ECC7A-4CFD-636F-9C3A-68303DAC8AC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TW" altLang="en-US"/>
          </a:p>
        </p:txBody>
      </p:sp>
      <p:sp>
        <p:nvSpPr>
          <p:cNvPr id="4" name="文字版面配置區 3">
            <a:extLst>
              <a:ext uri="{FF2B5EF4-FFF2-40B4-BE49-F238E27FC236}">
                <a16:creationId xmlns:a16="http://schemas.microsoft.com/office/drawing/2014/main" id="{11F987A0-6939-AA54-E436-046CCA46E07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9BB07DED-70EF-B699-D25B-7D743B95C0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5B1786-23C9-48ED-9DD4-DF5953EDBBA0}" type="datetimeFigureOut">
              <a:rPr lang="zh-TW" altLang="en-US" smtClean="0"/>
              <a:t>2024/6/14</a:t>
            </a:fld>
            <a:endParaRPr lang="zh-TW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66974B74-CFE5-9E06-C1F7-D475501306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4B3A1159-9C6A-F895-7B99-73998BB1B2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235808-7EC7-4203-B7EF-BF18F7C3356D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9653007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0D41305B-A4AE-AE59-D146-D57015492ED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>
            <a:extLst>
              <a:ext uri="{FF2B5EF4-FFF2-40B4-BE49-F238E27FC236}">
                <a16:creationId xmlns:a16="http://schemas.microsoft.com/office/drawing/2014/main" id="{E5113431-018E-8FB1-1B4B-1DD0AFB4105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4558F57C-2A7C-1DC0-2F9A-280884CA69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5B1786-23C9-48ED-9DD4-DF5953EDBBA0}" type="datetimeFigureOut">
              <a:rPr lang="zh-TW" altLang="en-US" smtClean="0"/>
              <a:t>2024/6/14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F8D690F2-3909-BC04-D018-7C32E992A3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5FE54144-3419-9CA4-6F04-3A41B1393A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235808-7EC7-4203-B7EF-BF18F7C3356D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4945595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>
            <a:extLst>
              <a:ext uri="{FF2B5EF4-FFF2-40B4-BE49-F238E27FC236}">
                <a16:creationId xmlns:a16="http://schemas.microsoft.com/office/drawing/2014/main" id="{785AAE3A-423B-3587-AC19-07605877B51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>
            <a:extLst>
              <a:ext uri="{FF2B5EF4-FFF2-40B4-BE49-F238E27FC236}">
                <a16:creationId xmlns:a16="http://schemas.microsoft.com/office/drawing/2014/main" id="{FC842267-0FCE-DA99-56A7-813A92EEED9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A62241ED-7CFB-5B1B-8C7C-4D4DEE929D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5B1786-23C9-48ED-9DD4-DF5953EDBBA0}" type="datetimeFigureOut">
              <a:rPr lang="zh-TW" altLang="en-US" smtClean="0"/>
              <a:t>2024/6/14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04CA607F-B84D-82B4-3C34-37F75C553B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52053FC4-7739-EA81-DDDF-0BC5C91C22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235808-7EC7-4203-B7EF-BF18F7C3356D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14446048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Droplets-HD-Title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751012" y="1300785"/>
            <a:ext cx="8689976" cy="2509213"/>
          </a:xfrm>
        </p:spPr>
        <p:txBody>
          <a:bodyPr anchor="b">
            <a:normAutofit/>
          </a:bodyPr>
          <a:lstStyle>
            <a:lvl1pPr algn="ctr">
              <a:defRPr sz="4800"/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751012" y="3886200"/>
            <a:ext cx="8689976" cy="1371599"/>
          </a:xfrm>
        </p:spPr>
        <p:txBody>
          <a:bodyPr>
            <a:normAutofit/>
          </a:bodyPr>
          <a:lstStyle>
            <a:lvl1pPr marL="0" indent="0" algn="ctr">
              <a:buNone/>
              <a:defRPr sz="2200">
                <a:solidFill>
                  <a:schemeClr val="bg1">
                    <a:lumMod val="50000"/>
                  </a:schemeClr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TW" altLang="en-US"/>
              <a:t>按一下以編輯母片子標題樣式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ADB9FB-16ED-4B10-8A41-6CC203A09E49}" type="datetime1">
              <a:rPr lang="zh-TW" altLang="en-US" smtClean="0"/>
              <a:t>2024/6/14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77ECCD-CCD4-4651-B697-D0D6CA07A6F6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822041688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12" name="Content Placeholder 2"/>
          <p:cNvSpPr>
            <a:spLocks noGrp="1"/>
          </p:cNvSpPr>
          <p:nvPr>
            <p:ph sz="quarter" idx="13"/>
          </p:nvPr>
        </p:nvSpPr>
        <p:spPr>
          <a:xfrm>
            <a:off x="913774" y="2367092"/>
            <a:ext cx="10363826" cy="3424107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BF67BB-8ED4-43BC-A5A2-B427A5AB006D}" type="datetime1">
              <a:rPr lang="zh-TW" altLang="en-US" smtClean="0"/>
              <a:t>2024/6/14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77ECCD-CCD4-4651-B697-D0D6CA07A6F6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037843776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章節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74" y="828563"/>
            <a:ext cx="10351752" cy="2736819"/>
          </a:xfrm>
        </p:spPr>
        <p:txBody>
          <a:bodyPr anchor="b">
            <a:normAutofit/>
          </a:bodyPr>
          <a:lstStyle>
            <a:lvl1pPr>
              <a:defRPr sz="4000"/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3774" y="3657457"/>
            <a:ext cx="10351752" cy="1368183"/>
          </a:xfrm>
        </p:spPr>
        <p:txBody>
          <a:bodyPr>
            <a:normAutofit/>
          </a:bodyPr>
          <a:lstStyle>
            <a:lvl1pPr marL="0" indent="0" algn="ctr">
              <a:buNone/>
              <a:defRPr sz="2000">
                <a:solidFill>
                  <a:schemeClr val="bg1">
                    <a:lumMod val="50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B1F484-C8D8-4E2E-A310-B4E5304B14BC}" type="datetime1">
              <a:rPr lang="zh-TW" altLang="en-US" smtClean="0"/>
              <a:t>2024/6/14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77ECCD-CCD4-4651-B697-D0D6CA07A6F6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832458327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個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4" name="Title 1"/>
          <p:cNvSpPr>
            <a:spLocks noGrp="1"/>
          </p:cNvSpPr>
          <p:nvPr>
            <p:ph type="title"/>
          </p:nvPr>
        </p:nvSpPr>
        <p:spPr>
          <a:xfrm>
            <a:off x="913775" y="618517"/>
            <a:ext cx="10364451" cy="1596177"/>
          </a:xfrm>
        </p:spPr>
        <p:txBody>
          <a:bodyPr/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12" name="Content Placeholder 2"/>
          <p:cNvSpPr>
            <a:spLocks noGrp="1"/>
          </p:cNvSpPr>
          <p:nvPr>
            <p:ph sz="quarter" idx="13"/>
          </p:nvPr>
        </p:nvSpPr>
        <p:spPr>
          <a:xfrm>
            <a:off x="913774" y="2367092"/>
            <a:ext cx="5106026" cy="3424107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13" name="Content Placeholder 3"/>
          <p:cNvSpPr>
            <a:spLocks noGrp="1"/>
          </p:cNvSpPr>
          <p:nvPr>
            <p:ph sz="quarter" idx="14"/>
          </p:nvPr>
        </p:nvSpPr>
        <p:spPr>
          <a:xfrm>
            <a:off x="6172200" y="2367092"/>
            <a:ext cx="5105400" cy="3424107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1AEBAB-1804-4C6A-8BF1-06EB00A371FF}" type="datetime1">
              <a:rPr lang="zh-TW" altLang="en-US" smtClean="0"/>
              <a:t>2024/6/14</a:t>
            </a:fld>
            <a:endParaRPr lang="zh-TW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77ECCD-CCD4-4651-B697-D0D6CA07A6F6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619701010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Picture 14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4" name="Title 1"/>
          <p:cNvSpPr>
            <a:spLocks noGrp="1"/>
          </p:cNvSpPr>
          <p:nvPr>
            <p:ph type="title"/>
          </p:nvPr>
        </p:nvSpPr>
        <p:spPr>
          <a:xfrm>
            <a:off x="913775" y="618517"/>
            <a:ext cx="10364451" cy="1596177"/>
          </a:xfrm>
        </p:spPr>
        <p:txBody>
          <a:bodyPr/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6328" y="2371018"/>
            <a:ext cx="4873474" cy="679994"/>
          </a:xfrm>
        </p:spPr>
        <p:txBody>
          <a:bodyPr anchor="b">
            <a:noAutofit/>
          </a:bodyPr>
          <a:lstStyle>
            <a:lvl1pPr marL="0" indent="0">
              <a:lnSpc>
                <a:spcPct val="85000"/>
              </a:lnSpc>
              <a:buNone/>
              <a:defRPr sz="26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12" name="Content Placeholder 3"/>
          <p:cNvSpPr>
            <a:spLocks noGrp="1"/>
          </p:cNvSpPr>
          <p:nvPr>
            <p:ph sz="quarter" idx="13"/>
          </p:nvPr>
        </p:nvSpPr>
        <p:spPr>
          <a:xfrm>
            <a:off x="913774" y="3051012"/>
            <a:ext cx="5106027" cy="2740187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396423" y="2371018"/>
            <a:ext cx="4881804" cy="679994"/>
          </a:xfrm>
        </p:spPr>
        <p:txBody>
          <a:bodyPr anchor="b">
            <a:noAutofit/>
          </a:bodyPr>
          <a:lstStyle>
            <a:lvl1pPr marL="0" indent="0">
              <a:lnSpc>
                <a:spcPct val="85000"/>
              </a:lnSpc>
              <a:buNone/>
              <a:defRPr sz="26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13" name="Content Placeholder 5"/>
          <p:cNvSpPr>
            <a:spLocks noGrp="1"/>
          </p:cNvSpPr>
          <p:nvPr>
            <p:ph sz="quarter" idx="14"/>
          </p:nvPr>
        </p:nvSpPr>
        <p:spPr>
          <a:xfrm>
            <a:off x="6172200" y="3051012"/>
            <a:ext cx="5105401" cy="2740187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847DBD-698F-4F23-988A-773CA58D512B}" type="datetime1">
              <a:rPr lang="zh-TW" altLang="en-US" smtClean="0"/>
              <a:t>2024/6/14</a:t>
            </a:fld>
            <a:endParaRPr lang="zh-TW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77ECCD-CCD4-4651-B697-D0D6CA07A6F6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756322825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020859-561D-40D9-A3F6-DF8968CA4861}" type="datetime1">
              <a:rPr lang="zh-TW" altLang="en-US" smtClean="0"/>
              <a:t>2024/6/14</a:t>
            </a:fld>
            <a:endParaRPr lang="zh-TW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77ECCD-CCD4-4651-B697-D0D6CA07A6F6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919804261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C1774B-79D4-4A4E-9433-70C19C1706EF}" type="datetime1">
              <a:rPr lang="zh-TW" altLang="en-US" smtClean="0"/>
              <a:t>2024/6/14</a:t>
            </a:fld>
            <a:endParaRPr lang="zh-TW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77ECCD-CCD4-4651-B697-D0D6CA07A6F6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157652951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輔助字幕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75" y="609600"/>
            <a:ext cx="3935688" cy="2023252"/>
          </a:xfrm>
        </p:spPr>
        <p:txBody>
          <a:bodyPr anchor="b"/>
          <a:lstStyle>
            <a:lvl1pPr algn="ctr">
              <a:defRPr sz="3200"/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10" name="Content Placeholder 2"/>
          <p:cNvSpPr>
            <a:spLocks noGrp="1"/>
          </p:cNvSpPr>
          <p:nvPr>
            <p:ph sz="quarter" idx="13"/>
          </p:nvPr>
        </p:nvSpPr>
        <p:spPr>
          <a:xfrm>
            <a:off x="5078062" y="609600"/>
            <a:ext cx="6200163" cy="5181599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74" y="2632852"/>
            <a:ext cx="3935689" cy="3158348"/>
          </a:xfrm>
        </p:spPr>
        <p:txBody>
          <a:bodyPr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2C8AD6-2710-46EB-9626-0C48AFAE56DB}" type="datetime1">
              <a:rPr lang="zh-TW" altLang="en-US" smtClean="0"/>
              <a:t>2024/6/14</a:t>
            </a:fld>
            <a:endParaRPr lang="zh-TW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77ECCD-CCD4-4651-B697-D0D6CA07A6F6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635270662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輔助字幕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74" y="609600"/>
            <a:ext cx="5934969" cy="2023254"/>
          </a:xfrm>
        </p:spPr>
        <p:txBody>
          <a:bodyPr anchor="b"/>
          <a:lstStyle>
            <a:lvl1pPr algn="ctr">
              <a:defRPr sz="3200"/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424803" y="609601"/>
            <a:ext cx="3255358" cy="5181600"/>
          </a:xfrm>
          <a:prstGeom prst="roundRect">
            <a:avLst>
              <a:gd name="adj" fmla="val 4943"/>
            </a:avLst>
          </a:prstGeom>
          <a:noFill/>
          <a:ln w="82550" cap="sq">
            <a:solidFill>
              <a:srgbClr val="EAEAEA"/>
            </a:solidFill>
            <a:miter lim="800000"/>
          </a:ln>
          <a:effectLst/>
          <a:scene3d>
            <a:camera prst="orthographicFront"/>
            <a:lightRig rig="threePt" dir="t">
              <a:rot lat="0" lon="0" rev="2700000"/>
            </a:lightRig>
          </a:scene3d>
          <a:sp3d contourW="6350">
            <a:bevelT h="38100"/>
            <a:contourClr>
              <a:srgbClr val="C0C0C0"/>
            </a:contourClr>
          </a:sp3d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zh-TW" altLang="en-US"/>
              <a:t>按一下圖示以新增圖片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4" y="2632852"/>
            <a:ext cx="5934949" cy="3158347"/>
          </a:xfrm>
        </p:spPr>
        <p:txBody>
          <a:bodyPr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1FFE8F-7E1F-4866-AAA8-72BACC3BF95A}" type="datetime1">
              <a:rPr lang="zh-TW" altLang="en-US" smtClean="0"/>
              <a:t>2024/6/14</a:t>
            </a:fld>
            <a:endParaRPr lang="zh-TW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77ECCD-CCD4-4651-B697-D0D6CA07A6F6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899043749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全景圖片 (含輔助字幕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4" y="4289374"/>
            <a:ext cx="10364432" cy="81161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84744" y="698261"/>
            <a:ext cx="9822532" cy="3214136"/>
          </a:xfrm>
          <a:prstGeom prst="roundRect">
            <a:avLst>
              <a:gd name="adj" fmla="val 4944"/>
            </a:avLst>
          </a:prstGeom>
          <a:noFill/>
          <a:ln w="82550" cap="sq">
            <a:solidFill>
              <a:srgbClr val="EAEAEA"/>
            </a:solidFill>
            <a:miter lim="800000"/>
          </a:ln>
          <a:effectLst/>
          <a:scene3d>
            <a:camera prst="orthographicFront"/>
            <a:lightRig rig="threePt" dir="t">
              <a:rot lat="0" lon="0" rev="2700000"/>
            </a:lightRig>
          </a:scene3d>
          <a:sp3d contourW="6350">
            <a:bevelT h="38100"/>
            <a:contourClr>
              <a:srgbClr val="C0C0C0"/>
            </a:contourClr>
          </a:sp3d>
        </p:spPr>
        <p:txBody>
          <a:bodyPr anchor="t"/>
          <a:lstStyle>
            <a:lvl1pPr marL="0" indent="0" algn="ctr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zh-TW" altLang="en-US"/>
              <a:t>按一下圖示以新增圖片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74" y="5108728"/>
            <a:ext cx="10364452" cy="682472"/>
          </a:xfrm>
        </p:spPr>
        <p:txBody>
          <a:bodyPr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05F0D9-A6D0-4637-A7E2-18BF557AFF90}" type="datetime1">
              <a:rPr lang="zh-TW" altLang="en-US" smtClean="0"/>
              <a:t>2024/6/14</a:t>
            </a:fld>
            <a:endParaRPr lang="zh-TW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77ECCD-CCD4-4651-B697-D0D6CA07A6F6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52235773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標題與輔助字幕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74" y="609599"/>
            <a:ext cx="10364452" cy="3427245"/>
          </a:xfrm>
        </p:spPr>
        <p:txBody>
          <a:bodyPr anchor="ctr"/>
          <a:lstStyle>
            <a:lvl1pPr algn="ctr">
              <a:defRPr sz="3200"/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75" y="4204821"/>
            <a:ext cx="10364452" cy="1586380"/>
          </a:xfrm>
        </p:spPr>
        <p:txBody>
          <a:bodyPr anchor="ctr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B5FF3B-D85F-4F22-8A0F-CE4F4DDA7412}" type="datetime1">
              <a:rPr lang="zh-TW" altLang="en-US" smtClean="0"/>
              <a:t>2024/6/14</a:t>
            </a:fld>
            <a:endParaRPr lang="zh-TW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77ECCD-CCD4-4651-B697-D0D6CA07A6F6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824747814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引述 (含輔助字幕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2" y="609600"/>
            <a:ext cx="9302752" cy="2992904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720644" y="3610032"/>
            <a:ext cx="8752299" cy="59478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74" y="4372796"/>
            <a:ext cx="10364452" cy="1421053"/>
          </a:xfrm>
        </p:spPr>
        <p:txBody>
          <a:bodyPr anchor="ctr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FAB782-CA5D-46F8-9B15-9B14E867B3EF}" type="datetime1">
              <a:rPr lang="zh-TW" altLang="en-US" smtClean="0"/>
              <a:t>2024/6/14</a:t>
            </a:fld>
            <a:endParaRPr lang="zh-TW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77ECCD-CCD4-4651-B697-D0D6CA07A6F6}" type="slidenum">
              <a:rPr lang="zh-TW" altLang="en-US" smtClean="0"/>
              <a:t>‹#›</a:t>
            </a:fld>
            <a:endParaRPr lang="zh-TW" altLang="en-US"/>
          </a:p>
        </p:txBody>
      </p:sp>
      <p:sp>
        <p:nvSpPr>
          <p:cNvPr id="13" name="TextBox 12"/>
          <p:cNvSpPr txBox="1"/>
          <p:nvPr/>
        </p:nvSpPr>
        <p:spPr>
          <a:xfrm>
            <a:off x="1001488" y="75416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557558" y="29935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1425980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名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75" y="2138721"/>
            <a:ext cx="10364452" cy="2511835"/>
          </a:xfrm>
        </p:spPr>
        <p:txBody>
          <a:bodyPr anchor="b"/>
          <a:lstStyle>
            <a:lvl1pPr algn="ctr">
              <a:defRPr sz="3200"/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75" y="4662335"/>
            <a:ext cx="10364452" cy="1140644"/>
          </a:xfrm>
        </p:spPr>
        <p:txBody>
          <a:bodyPr anchor="t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6A9D0A-F902-4681-8F5F-6C94CB39E571}" type="datetime1">
              <a:rPr lang="zh-TW" altLang="en-US" smtClean="0"/>
              <a:t>2024/6/14</a:t>
            </a:fld>
            <a:endParaRPr lang="zh-TW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77ECCD-CCD4-4651-B697-D0D6CA07A6F6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531509461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12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913774" y="609600"/>
            <a:ext cx="10364452" cy="1605094"/>
          </a:xfrm>
        </p:spPr>
        <p:txBody>
          <a:bodyPr/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913774" y="2367093"/>
            <a:ext cx="3298976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85000"/>
              </a:lnSpc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913774" y="2943355"/>
            <a:ext cx="3298976" cy="2847845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52389" y="2367093"/>
            <a:ext cx="3291521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85000"/>
              </a:lnSpc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4441348" y="2943355"/>
            <a:ext cx="3303351" cy="2847845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73298" y="2367093"/>
            <a:ext cx="3304928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85000"/>
              </a:lnSpc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7973298" y="2943355"/>
            <a:ext cx="3304928" cy="2847845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238A2F-18ED-4DC0-80F5-D1B3D884CF55}" type="datetime1">
              <a:rPr lang="zh-TW" altLang="en-US" smtClean="0"/>
              <a:t>2024/6/14</a:t>
            </a:fld>
            <a:endParaRPr lang="zh-TW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77ECCD-CCD4-4651-B697-D0D6CA07A6F6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447446295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圖片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Picture 15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913774" y="610772"/>
            <a:ext cx="10364452" cy="1603922"/>
          </a:xfrm>
        </p:spPr>
        <p:txBody>
          <a:bodyPr/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913774" y="4204820"/>
            <a:ext cx="3296409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85000"/>
              </a:lnSpc>
              <a:buNone/>
              <a:defRPr sz="22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913774" y="2367093"/>
            <a:ext cx="3296409" cy="1524000"/>
          </a:xfrm>
          <a:prstGeom prst="roundRect">
            <a:avLst>
              <a:gd name="adj" fmla="val 9363"/>
            </a:avLst>
          </a:prstGeom>
          <a:noFill/>
          <a:ln w="82550" cap="sq">
            <a:solidFill>
              <a:srgbClr val="EAEAEA"/>
            </a:solidFill>
            <a:miter lim="800000"/>
          </a:ln>
          <a:effectLst/>
          <a:scene3d>
            <a:camera prst="orthographicFront"/>
            <a:lightRig rig="threePt" dir="t">
              <a:rot lat="0" lon="0" rev="2700000"/>
            </a:lightRig>
          </a:scene3d>
          <a:sp3d contourW="6350">
            <a:bevelT h="38100"/>
            <a:contourClr>
              <a:srgbClr val="C0C0C0"/>
            </a:contourClr>
          </a:sp3d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zh-TW" altLang="en-US"/>
              <a:t>按一下圖示以新增圖片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913774" y="4781082"/>
            <a:ext cx="3296409" cy="1010118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42759" y="4204820"/>
            <a:ext cx="3301828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85000"/>
              </a:lnSpc>
              <a:buNone/>
              <a:defRPr sz="22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441348" y="2367093"/>
            <a:ext cx="3303352" cy="1524000"/>
          </a:xfrm>
          <a:prstGeom prst="roundRect">
            <a:avLst>
              <a:gd name="adj" fmla="val 8841"/>
            </a:avLst>
          </a:prstGeom>
          <a:noFill/>
          <a:ln w="82550" cap="sq">
            <a:solidFill>
              <a:srgbClr val="EAEAEA"/>
            </a:solidFill>
            <a:miter lim="800000"/>
          </a:ln>
          <a:effectLst/>
          <a:scene3d>
            <a:camera prst="orthographicFront"/>
            <a:lightRig rig="threePt" dir="t">
              <a:rot lat="0" lon="0" rev="2700000"/>
            </a:lightRig>
          </a:scene3d>
          <a:sp3d contourW="6350">
            <a:bevelT h="38100"/>
            <a:contourClr>
              <a:srgbClr val="C0C0C0"/>
            </a:contourClr>
          </a:sp3d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zh-TW" altLang="en-US"/>
              <a:t>按一下圖示以新增圖片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4441348" y="4781080"/>
            <a:ext cx="3303352" cy="1010119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73298" y="4204820"/>
            <a:ext cx="3300681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85000"/>
              </a:lnSpc>
              <a:buNone/>
              <a:defRPr sz="22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973298" y="2367093"/>
            <a:ext cx="3304928" cy="1524000"/>
          </a:xfrm>
          <a:prstGeom prst="roundRect">
            <a:avLst>
              <a:gd name="adj" fmla="val 8841"/>
            </a:avLst>
          </a:prstGeom>
          <a:noFill/>
          <a:ln w="82550" cap="sq">
            <a:solidFill>
              <a:srgbClr val="EAEAEA"/>
            </a:solidFill>
            <a:miter lim="800000"/>
          </a:ln>
          <a:effectLst/>
          <a:scene3d>
            <a:camera prst="orthographicFront"/>
            <a:lightRig rig="threePt" dir="t">
              <a:rot lat="0" lon="0" rev="2700000"/>
            </a:lightRig>
          </a:scene3d>
          <a:sp3d contourW="6350">
            <a:bevelT h="38100"/>
            <a:contourClr>
              <a:srgbClr val="C0C0C0"/>
            </a:contourClr>
          </a:sp3d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zh-TW" altLang="en-US"/>
              <a:t>按一下圖示以新增圖片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7973173" y="4781078"/>
            <a:ext cx="3305053" cy="1010121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44145C-DFC0-4588-978D-9DD3BDFAC399}" type="datetime1">
              <a:rPr lang="zh-TW" altLang="en-US" smtClean="0"/>
              <a:t>2024/6/14</a:t>
            </a:fld>
            <a:endParaRPr lang="zh-TW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77ECCD-CCD4-4651-B697-D0D6CA07A6F6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501488619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11" name="Vertical Text Placeholder 2"/>
          <p:cNvSpPr>
            <a:spLocks noGrp="1"/>
          </p:cNvSpPr>
          <p:nvPr>
            <p:ph type="body" orient="vert" sz="quarter" idx="13"/>
          </p:nvPr>
        </p:nvSpPr>
        <p:spPr>
          <a:xfrm>
            <a:off x="913775" y="2367093"/>
            <a:ext cx="10364452" cy="3424107"/>
          </a:xfrm>
        </p:spPr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D3D8B0-0408-42FF-8D28-1D477616526F}" type="datetime1">
              <a:rPr lang="zh-TW" altLang="en-US" smtClean="0"/>
              <a:t>2024/6/14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77ECCD-CCD4-4651-B697-D0D6CA07A6F6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881372203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609601"/>
            <a:ext cx="2553326" cy="5181599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8" name="Vertical Text Placeholder 2"/>
          <p:cNvSpPr>
            <a:spLocks noGrp="1"/>
          </p:cNvSpPr>
          <p:nvPr>
            <p:ph type="body" orient="vert" sz="quarter" idx="13"/>
          </p:nvPr>
        </p:nvSpPr>
        <p:spPr>
          <a:xfrm>
            <a:off x="913775" y="609601"/>
            <a:ext cx="7658724" cy="5181599"/>
          </a:xfrm>
        </p:spPr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1D3629-3203-4C50-8101-7A94C03CB2A6}" type="datetime1">
              <a:rPr lang="zh-TW" altLang="en-US" smtClean="0"/>
              <a:t>2024/6/14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77ECCD-CCD4-4651-B697-D0D6CA07A6F6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741198366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1_標題及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C69FB4-EF48-4BC6-8A62-E242E15BF036}" type="datetime1">
              <a:rPr lang="zh-TW" altLang="en-US" smtClean="0"/>
              <a:t>2024/6/14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8199A2-50BD-4660-85DA-129A1F333112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21556137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13" Type="http://schemas.openxmlformats.org/officeDocument/2006/relationships/slideLayout" Target="../slideLayouts/slideLayout24.xml"/><Relationship Id="rId18" Type="http://schemas.openxmlformats.org/officeDocument/2006/relationships/slideLayout" Target="../slideLayouts/slideLayout29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slideLayout" Target="../slideLayouts/slideLayout23.xml"/><Relationship Id="rId17" Type="http://schemas.openxmlformats.org/officeDocument/2006/relationships/slideLayout" Target="../slideLayouts/slideLayout28.xml"/><Relationship Id="rId2" Type="http://schemas.openxmlformats.org/officeDocument/2006/relationships/slideLayout" Target="../slideLayouts/slideLayout13.xml"/><Relationship Id="rId16" Type="http://schemas.openxmlformats.org/officeDocument/2006/relationships/slideLayout" Target="../slideLayouts/slideLayout27.xml"/><Relationship Id="rId20" Type="http://schemas.openxmlformats.org/officeDocument/2006/relationships/image" Target="../media/image1.png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5" Type="http://schemas.openxmlformats.org/officeDocument/2006/relationships/slideLayout" Target="../slideLayouts/slideLayout26.xml"/><Relationship Id="rId10" Type="http://schemas.openxmlformats.org/officeDocument/2006/relationships/slideLayout" Target="../slideLayouts/slideLayout21.xml"/><Relationship Id="rId19" Type="http://schemas.openxmlformats.org/officeDocument/2006/relationships/theme" Target="../theme/theme2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Relationship Id="rId14" Type="http://schemas.openxmlformats.org/officeDocument/2006/relationships/slideLayout" Target="../slideLayouts/slideLayout25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版面配置區 1">
            <a:extLst>
              <a:ext uri="{FF2B5EF4-FFF2-40B4-BE49-F238E27FC236}">
                <a16:creationId xmlns:a16="http://schemas.microsoft.com/office/drawing/2014/main" id="{AA839813-45AE-D7CF-84AA-49F1355C11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543A68F9-5395-2AD6-926B-7107B99AF45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854E426D-2E70-8CAB-1CB3-01DC497B039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25B1786-23C9-48ED-9DD4-DF5953EDBBA0}" type="datetimeFigureOut">
              <a:rPr lang="zh-TW" altLang="en-US" smtClean="0"/>
              <a:t>2024/6/14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46A31B02-5A8F-9829-394E-19E7A3DD7DE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19CE5AB7-8D01-8831-3E7C-492F622348F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A235808-7EC7-4203-B7EF-BF18F7C3356D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11813945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2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\\DROBO-FS\QuickDrops\JB\PPTX NG\Droplets\LightingOverlay.png"/>
          <p:cNvPicPr>
            <a:picLocks noChangeAspect="1" noChangeArrowheads="1"/>
          </p:cNvPicPr>
          <p:nvPr/>
        </p:nvPicPr>
        <p:blipFill>
          <a:blip r:embed="rId20">
            <a:alphaModFix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1"/>
            <a:ext cx="12192003" cy="68580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913775" y="618517"/>
            <a:ext cx="10364451" cy="159617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3775" y="2367093"/>
            <a:ext cx="10364452" cy="342410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678737" y="5883275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/>
                </a:solidFill>
              </a:defRPr>
            </a:lvl1pPr>
          </a:lstStyle>
          <a:p>
            <a:fld id="{FC29D142-2875-4305-A6FB-EB0FBFD294F2}" type="datetime1">
              <a:rPr lang="zh-TW" altLang="en-US" smtClean="0"/>
              <a:t>2024/6/14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913774" y="5883275"/>
            <a:ext cx="667288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/>
                </a:solidFill>
              </a:defRPr>
            </a:lvl1pPr>
          </a:lstStyle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514011" y="5883275"/>
            <a:ext cx="76421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/>
                </a:solidFill>
              </a:defRPr>
            </a:lvl1pPr>
          </a:lstStyle>
          <a:p>
            <a:fld id="{3877ECCD-CCD4-4651-B697-D0D6CA07A6F6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86768530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  <p:sldLayoutId id="2147483678" r:id="rId18"/>
  </p:sldLayoutIdLst>
  <p:hf hdr="0" ftr="0" dt="0"/>
  <p:txStyles>
    <p:titleStyle>
      <a:lvl1pPr algn="ctr" defTabSz="914400" rtl="0" eaLnBrk="1" latinLnBrk="0" hangingPunct="1">
        <a:lnSpc>
          <a:spcPct val="90000"/>
        </a:lnSpc>
        <a:spcBef>
          <a:spcPct val="0"/>
        </a:spcBef>
        <a:buNone/>
        <a:defRPr sz="3600" kern="1200" cap="none" baseline="0">
          <a:solidFill>
            <a:schemeClr val="tx1"/>
          </a:solidFill>
          <a:effectLst/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Clr>
          <a:schemeClr val="tx1"/>
        </a:buClr>
        <a:buFont typeface="Arial" panose="020B0604020202020204" pitchFamily="34" charset="0"/>
        <a:buChar char="•"/>
        <a:defRPr sz="2000" kern="1200" cap="none" baseline="0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800" kern="1200" cap="none" baseline="0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600" kern="1200" cap="none" baseline="0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400" kern="1200" cap="none" baseline="0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400" kern="1200" cap="none" baseline="0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5033C3F6-F531-2246-9837-ECE57BECB640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altLang="zh-TW" sz="32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Prompt Engineering</a:t>
            </a:r>
            <a:r>
              <a:rPr lang="zh-TW" altLang="en-US" sz="32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設計描述</a:t>
            </a:r>
            <a:endParaRPr lang="zh-TW" altLang="en-US" sz="1400" cap="none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3" name="副標題 2">
            <a:extLst>
              <a:ext uri="{FF2B5EF4-FFF2-40B4-BE49-F238E27FC236}">
                <a16:creationId xmlns:a16="http://schemas.microsoft.com/office/drawing/2014/main" id="{6C03D62F-1FAA-3594-0696-AD97EDA354A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751012" y="4266446"/>
            <a:ext cx="8689976" cy="1371599"/>
          </a:xfrm>
        </p:spPr>
        <p:txBody>
          <a:bodyPr/>
          <a:lstStyle/>
          <a:p>
            <a:r>
              <a:rPr lang="en-US" altLang="zh-TW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P76121314 </a:t>
            </a:r>
            <a:r>
              <a:rPr lang="zh-TW" altLang="en-US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鄭煜醴</a:t>
            </a:r>
          </a:p>
        </p:txBody>
      </p:sp>
    </p:spTree>
    <p:extLst>
      <p:ext uri="{BB962C8B-B14F-4D97-AF65-F5344CB8AC3E}">
        <p14:creationId xmlns:p14="http://schemas.microsoft.com/office/powerpoint/2010/main" val="91178919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4DA87CE2-33C6-B837-E7D9-1383C3A224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3776" y="153908"/>
            <a:ext cx="10364451" cy="930361"/>
          </a:xfrm>
        </p:spPr>
        <p:txBody>
          <a:bodyPr/>
          <a:lstStyle/>
          <a:p>
            <a:pPr algn="ctr"/>
            <a:r>
              <a:rPr lang="en-US" altLang="zh-TW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Prompt Engineering</a:t>
            </a:r>
            <a:r>
              <a:rPr lang="zh-TW" altLang="en-US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設計描述</a:t>
            </a:r>
            <a:endParaRPr lang="zh-TW" altLang="en-US" sz="3600" b="1" cap="none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2E59A7CF-9849-1F67-A824-C06D91DA71C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96514" y="1276274"/>
            <a:ext cx="10364452" cy="2797786"/>
          </a:xfrm>
        </p:spPr>
        <p:txBody>
          <a:bodyPr>
            <a:normAutofit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lang="zh-TW" altLang="en-US" sz="1400" b="1" cap="none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本次</a:t>
            </a:r>
            <a:r>
              <a:rPr lang="en-US" altLang="zh-TW" sz="1400" b="1" cap="none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prompt engineering</a:t>
            </a:r>
            <a:r>
              <a:rPr lang="zh-TW" altLang="en-US" sz="1400" b="1" cap="none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設計主要採用</a:t>
            </a:r>
            <a:r>
              <a:rPr lang="en-US" altLang="zh-TW" sz="14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N</a:t>
            </a:r>
            <a:r>
              <a:rPr lang="en-US" altLang="zh-TW" sz="1400" b="1" cap="none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egative prompt</a:t>
            </a:r>
            <a:r>
              <a:rPr lang="zh-TW" altLang="en-US" sz="1400" b="1" cap="none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、</a:t>
            </a:r>
            <a:r>
              <a:rPr lang="en-US" altLang="zh-TW" sz="1400" b="1" cap="none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General prompt template</a:t>
            </a:r>
            <a:r>
              <a:rPr lang="zh-TW" altLang="en-US" sz="1400" b="1" cap="none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和</a:t>
            </a:r>
            <a:r>
              <a:rPr lang="en-US" altLang="zh-TW" sz="1400" b="1" cap="none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Chain-of-Thought Prompting</a:t>
            </a:r>
            <a:r>
              <a:rPr lang="zh-TW" altLang="en-US" sz="1400" b="1" cap="none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技術</a:t>
            </a:r>
            <a:endParaRPr lang="en-US" altLang="zh-TW" sz="1400" b="1" cap="none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lvl="1">
              <a:lnSpc>
                <a:spcPct val="150000"/>
              </a:lnSpc>
            </a:pPr>
            <a:r>
              <a:rPr lang="en-US" altLang="zh-TW" sz="1400" b="1" cap="none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General prompt template</a:t>
            </a:r>
            <a:r>
              <a:rPr lang="zh-TW" altLang="en-US" sz="1400" b="1" cap="none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：我希望能先讓模型能先知道他要做甚麼，像是「你是一個分割模型，你的任務是要分割出</a:t>
            </a:r>
            <a:r>
              <a:rPr lang="en-US" altLang="zh-TW" sz="1400" b="1" cap="none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{</a:t>
            </a:r>
            <a:r>
              <a:rPr lang="zh-TW" altLang="en-US" sz="1400" b="1" cap="none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指定物件</a:t>
            </a:r>
            <a:r>
              <a:rPr lang="en-US" altLang="zh-TW" sz="1400" b="1" cap="none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}</a:t>
            </a:r>
            <a:r>
              <a:rPr lang="zh-TW" altLang="en-US" sz="1400" b="1" cap="none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」</a:t>
            </a:r>
            <a:endParaRPr lang="en-US" altLang="zh-TW" sz="1400" b="1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lvl="1">
              <a:lnSpc>
                <a:spcPct val="150000"/>
              </a:lnSpc>
            </a:pPr>
            <a:r>
              <a:rPr lang="en-US" altLang="zh-TW" sz="1400" b="1" cap="none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Chain-of-Thought Prompting</a:t>
            </a:r>
            <a:r>
              <a:rPr lang="zh-TW" altLang="en-US" sz="1400" b="1" cap="none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：</a:t>
            </a:r>
            <a:r>
              <a:rPr lang="zh-TW" altLang="en-US" sz="14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之後我在</a:t>
            </a:r>
            <a:r>
              <a:rPr lang="en-US" altLang="zh-TW" sz="14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prompt</a:t>
            </a:r>
            <a:r>
              <a:rPr lang="zh-TW" altLang="en-US" sz="14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中希望能逐步引導模型如何進行分割，像是「請先準確識別出圖像中的</a:t>
            </a:r>
            <a:r>
              <a:rPr lang="en-US" altLang="zh-TW" sz="14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{</a:t>
            </a:r>
            <a:r>
              <a:rPr lang="zh-TW" altLang="en-US" sz="1400" b="1" cap="none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指定物件</a:t>
            </a:r>
            <a:r>
              <a:rPr lang="en-US" altLang="zh-TW" sz="14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}</a:t>
            </a:r>
            <a:r>
              <a:rPr lang="zh-TW" altLang="en-US" sz="14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，之後去除背景」</a:t>
            </a:r>
            <a:endParaRPr lang="en-US" altLang="zh-TW" sz="1400" b="1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lvl="1">
              <a:lnSpc>
                <a:spcPct val="150000"/>
              </a:lnSpc>
            </a:pPr>
            <a:r>
              <a:rPr lang="en-US" altLang="zh-TW" sz="1400" b="1" cap="none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Negative prompt</a:t>
            </a:r>
            <a:r>
              <a:rPr lang="zh-TW" altLang="en-US" sz="1400" b="1" cap="none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：我加入了「去除背景的要求」，希望能讓通過特別指出不希望模型關注的元素或特徵的提示方式，來使模型能忽略不相關的信息上。</a:t>
            </a:r>
            <a:endParaRPr lang="en-US" altLang="zh-TW" sz="1400" b="1" cap="none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0D6E2331-A3D3-4D60-A166-955EB7C254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78227" y="6406726"/>
            <a:ext cx="764215" cy="365125"/>
          </a:xfrm>
        </p:spPr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08199A2-50BD-4660-85DA-129A1F333112}" type="slidenum">
              <a:rPr kumimoji="0" lang="zh-TW" altLang="en-US" sz="20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</a:t>
            </a:fld>
            <a:endParaRPr kumimoji="0" lang="zh-TW" altLang="en-US" sz="20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軟正黑體" panose="020B0604030504040204" pitchFamily="34" charset="-120"/>
              <a:ea typeface="微軟正黑體" panose="020B0604030504040204" pitchFamily="34" charset="-120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96020931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小水滴">
  <a:themeElements>
    <a:clrScheme name="小水滴">
      <a:dk1>
        <a:sysClr val="windowText" lastClr="000000"/>
      </a:dk1>
      <a:lt1>
        <a:sysClr val="window" lastClr="FFFFFF"/>
      </a:lt1>
      <a:dk2>
        <a:srgbClr val="355071"/>
      </a:dk2>
      <a:lt2>
        <a:srgbClr val="AABED7"/>
      </a:lt2>
      <a:accent1>
        <a:srgbClr val="2FA3EE"/>
      </a:accent1>
      <a:accent2>
        <a:srgbClr val="4BCAAD"/>
      </a:accent2>
      <a:accent3>
        <a:srgbClr val="86C157"/>
      </a:accent3>
      <a:accent4>
        <a:srgbClr val="D99C3F"/>
      </a:accent4>
      <a:accent5>
        <a:srgbClr val="CE6633"/>
      </a:accent5>
      <a:accent6>
        <a:srgbClr val="A35DD1"/>
      </a:accent6>
      <a:hlink>
        <a:srgbClr val="56BCFE"/>
      </a:hlink>
      <a:folHlink>
        <a:srgbClr val="97C5E3"/>
      </a:folHlink>
    </a:clrScheme>
    <a:fontScheme name="小水滴">
      <a:maj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小水滴">
      <a:fillStyleLst>
        <a:solidFill>
          <a:schemeClr val="phClr"/>
        </a:solidFill>
        <a:solidFill>
          <a:schemeClr val="phClr">
            <a:tint val="69000"/>
            <a:satMod val="105000"/>
            <a:lumMod val="110000"/>
          </a:schemeClr>
        </a:solidFill>
        <a:gradFill rotWithShape="1">
          <a:gsLst>
            <a:gs pos="0">
              <a:schemeClr val="phClr">
                <a:tint val="94000"/>
                <a:satMod val="100000"/>
                <a:lumMod val="108000"/>
              </a:schemeClr>
            </a:gs>
            <a:gs pos="50000">
              <a:schemeClr val="phClr">
                <a:tint val="98000"/>
                <a:shade val="100000"/>
                <a:satMod val="100000"/>
                <a:lumMod val="100000"/>
              </a:schemeClr>
            </a:gs>
            <a:gs pos="100000">
              <a:schemeClr val="phClr">
                <a:shade val="72000"/>
                <a:satMod val="120000"/>
                <a:lumMod val="100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>
              <a:shade val="60000"/>
            </a:schemeClr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25400" dir="5400000" rotWithShape="0">
              <a:srgbClr val="000000">
                <a:alpha val="28000"/>
              </a:srgbClr>
            </a:outerShdw>
          </a:effectLst>
        </a:effectStyle>
        <a:effectStyle>
          <a:effectLst>
            <a:outerShdw blurRad="63500" dist="25400" dir="5400000" algn="ctr" rotWithShape="0">
              <a:srgbClr val="000000">
                <a:alpha val="69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1200000"/>
            </a:lightRig>
          </a:scene3d>
          <a:sp3d prstMaterial="plastic">
            <a:bevelT w="254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64000"/>
                <a:lumMod val="8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84000"/>
                <a:shade val="100000"/>
                <a:hueMod val="130000"/>
                <a:satMod val="150000"/>
                <a:lumMod val="112000"/>
              </a:schemeClr>
            </a:gs>
            <a:gs pos="100000">
              <a:schemeClr val="phClr">
                <a:shade val="92000"/>
                <a:satMod val="140000"/>
                <a:lumMod val="11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Droplet" id="{8984A317-299A-4E50-B45D-BFC9EDE2337A}" vid="{A633B6A3-9E7F-4C10-9C98-2517A3134361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30</TotalTime>
  <Words>145</Words>
  <Application>Microsoft Office PowerPoint</Application>
  <PresentationFormat>寬螢幕</PresentationFormat>
  <Paragraphs>8</Paragraphs>
  <Slides>2</Slides>
  <Notes>0</Notes>
  <HiddenSlides>0</HiddenSlides>
  <MMClips>0</MMClips>
  <ScaleCrop>false</ScaleCrop>
  <HeadingPairs>
    <vt:vector size="6" baseType="variant">
      <vt:variant>
        <vt:lpstr>使用字型</vt:lpstr>
      </vt:variant>
      <vt:variant>
        <vt:i4>5</vt:i4>
      </vt:variant>
      <vt:variant>
        <vt:lpstr>佈景主題</vt:lpstr>
      </vt:variant>
      <vt:variant>
        <vt:i4>2</vt:i4>
      </vt:variant>
      <vt:variant>
        <vt:lpstr>投影片標題</vt:lpstr>
      </vt:variant>
      <vt:variant>
        <vt:i4>2</vt:i4>
      </vt:variant>
    </vt:vector>
  </HeadingPairs>
  <TitlesOfParts>
    <vt:vector size="9" baseType="lpstr">
      <vt:lpstr>微軟正黑體</vt:lpstr>
      <vt:lpstr>Aptos</vt:lpstr>
      <vt:lpstr>Aptos Display</vt:lpstr>
      <vt:lpstr>Arial</vt:lpstr>
      <vt:lpstr>Tw Cen MT</vt:lpstr>
      <vt:lpstr>Office 佈景主題</vt:lpstr>
      <vt:lpstr>小水滴</vt:lpstr>
      <vt:lpstr>Prompt Engineering設計描述</vt:lpstr>
      <vt:lpstr>Prompt Engineering設計描述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鄭煜醴</dc:creator>
  <cp:lastModifiedBy>鄭煜醴</cp:lastModifiedBy>
  <cp:revision>5</cp:revision>
  <dcterms:created xsi:type="dcterms:W3CDTF">2024-06-12T08:34:08Z</dcterms:created>
  <dcterms:modified xsi:type="dcterms:W3CDTF">2024-06-14T11:50:19Z</dcterms:modified>
</cp:coreProperties>
</file>